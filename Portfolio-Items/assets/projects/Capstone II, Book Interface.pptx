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af7abeb25_0_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af7abeb2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f7abeb25_0_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af7abeb2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afb0aec7b_1_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afb0aec7b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afb0aec7b_1_1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afb0aec7b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accen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8063" y="805650"/>
            <a:ext cx="7507875" cy="3532200"/>
          </a:xfrm>
          <a:custGeom>
            <a:rect b="b" l="l" r="r" t="t"/>
            <a:pathLst>
              <a:path extrusionOk="0" h="141288" w="300315">
                <a:moveTo>
                  <a:pt x="121105" y="0"/>
                </a:moveTo>
                <a:lnTo>
                  <a:pt x="0" y="0"/>
                </a:lnTo>
                <a:lnTo>
                  <a:pt x="0" y="141288"/>
                </a:lnTo>
                <a:lnTo>
                  <a:pt x="300315" y="141288"/>
                </a:lnTo>
                <a:lnTo>
                  <a:pt x="300315" y="305"/>
                </a:lnTo>
                <a:lnTo>
                  <a:pt x="179211" y="305"/>
                </a:lnTo>
              </a:path>
            </a:pathLst>
          </a:custGeom>
          <a:noFill/>
          <a:ln cap="flat" cmpd="sng" w="152400">
            <a:solidFill>
              <a:schemeClr val="l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2296350" y="1991850"/>
            <a:ext cx="4551300" cy="1159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chemeClr val="accen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818063" y="805650"/>
            <a:ext cx="7507875" cy="3532200"/>
          </a:xfrm>
          <a:custGeom>
            <a:rect b="b" l="l" r="r" t="t"/>
            <a:pathLst>
              <a:path extrusionOk="0" h="141288" w="300315">
                <a:moveTo>
                  <a:pt x="121105" y="0"/>
                </a:moveTo>
                <a:lnTo>
                  <a:pt x="0" y="0"/>
                </a:lnTo>
                <a:lnTo>
                  <a:pt x="0" y="141288"/>
                </a:lnTo>
                <a:lnTo>
                  <a:pt x="300315" y="141288"/>
                </a:lnTo>
                <a:lnTo>
                  <a:pt x="300315" y="305"/>
                </a:lnTo>
                <a:lnTo>
                  <a:pt x="179211" y="305"/>
                </a:lnTo>
              </a:path>
            </a:pathLst>
          </a:custGeom>
          <a:noFill/>
          <a:ln cap="flat" cmpd="sng" w="76200">
            <a:solidFill>
              <a:schemeClr val="l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1933200" y="2189999"/>
            <a:ext cx="5277600" cy="44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0"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685800" y="2505901"/>
            <a:ext cx="7772400" cy="4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-125" y="4337850"/>
            <a:ext cx="9144000" cy="8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818063" y="805650"/>
            <a:ext cx="7507875" cy="3532200"/>
          </a:xfrm>
          <a:custGeom>
            <a:rect b="b" l="l" r="r" t="t"/>
            <a:pathLst>
              <a:path extrusionOk="0" h="141288" w="300315">
                <a:moveTo>
                  <a:pt x="121105" y="0"/>
                </a:moveTo>
                <a:lnTo>
                  <a:pt x="0" y="0"/>
                </a:lnTo>
                <a:lnTo>
                  <a:pt x="0" y="141288"/>
                </a:lnTo>
                <a:lnTo>
                  <a:pt x="300315" y="141288"/>
                </a:lnTo>
                <a:lnTo>
                  <a:pt x="300315" y="305"/>
                </a:lnTo>
                <a:lnTo>
                  <a:pt x="179211" y="305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037600" y="2161800"/>
            <a:ext cx="5068800" cy="81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600"/>
              </a:spcBef>
              <a:spcAft>
                <a:spcPts val="0"/>
              </a:spcAft>
              <a:buSzPts val="1800"/>
              <a:buChar char="⊡"/>
              <a:defRPr i="1" sz="1800">
                <a:solidFill>
                  <a:srgbClr val="CCCCCC"/>
                </a:solidFill>
              </a:defRPr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□"/>
              <a:defRPr i="1" sz="1800">
                <a:solidFill>
                  <a:srgbClr val="CCCCCC"/>
                </a:solidFill>
              </a:defRPr>
            </a:lvl2pPr>
            <a:lvl3pPr indent="-342900" lvl="2" marL="1371600" rtl="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 i="1" sz="1800">
                <a:solidFill>
                  <a:srgbClr val="CCCCCC"/>
                </a:solidFill>
              </a:defRPr>
            </a:lvl3pPr>
            <a:lvl4pPr indent="-342900" lvl="3" marL="18288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 i="1">
                <a:solidFill>
                  <a:srgbClr val="CCCCCC"/>
                </a:solidFill>
              </a:defRPr>
            </a:lvl4pPr>
            <a:lvl5pPr indent="-342900" lvl="4" marL="22860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 i="1">
                <a:solidFill>
                  <a:srgbClr val="CCCCCC"/>
                </a:solidFill>
              </a:defRPr>
            </a:lvl5pPr>
            <a:lvl6pPr indent="-342900" lvl="5" marL="274320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■"/>
              <a:defRPr i="1">
                <a:solidFill>
                  <a:srgbClr val="CCCCCC"/>
                </a:solidFill>
              </a:defRPr>
            </a:lvl6pPr>
            <a:lvl7pPr indent="-342900" lvl="6" marL="320040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●"/>
              <a:defRPr i="1">
                <a:solidFill>
                  <a:srgbClr val="CCCCCC"/>
                </a:solidFill>
              </a:defRPr>
            </a:lvl7pPr>
            <a:lvl8pPr indent="-342900" lvl="7" marL="365760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○"/>
              <a:defRPr i="1">
                <a:solidFill>
                  <a:srgbClr val="CCCCCC"/>
                </a:solidFill>
              </a:defRPr>
            </a:lvl8pPr>
            <a:lvl9pPr indent="-342900" lvl="8" marL="411480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■"/>
              <a:defRPr i="1">
                <a:solidFill>
                  <a:srgbClr val="CCCCCC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3853200" y="293593"/>
            <a:ext cx="14376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96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-125" y="4337850"/>
            <a:ext cx="9144000" cy="80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259950" y="274275"/>
            <a:ext cx="8624125" cy="4594950"/>
          </a:xfrm>
          <a:custGeom>
            <a:rect b="b" l="l" r="r" t="t"/>
            <a:pathLst>
              <a:path extrusionOk="0" h="183798" w="344965">
                <a:moveTo>
                  <a:pt x="114070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31506" y="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916650" y="950850"/>
            <a:ext cx="7310700" cy="32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SzPts val="2400"/>
              <a:buChar char="⊡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□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259950" y="274275"/>
            <a:ext cx="8624125" cy="4594950"/>
          </a:xfrm>
          <a:custGeom>
            <a:rect b="b" l="l" r="r" t="t"/>
            <a:pathLst>
              <a:path extrusionOk="0" h="183798" w="344965">
                <a:moveTo>
                  <a:pt x="114070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31506" y="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40975" y="956004"/>
            <a:ext cx="36219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681053" y="956004"/>
            <a:ext cx="36219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55600" lvl="0" marL="457200">
              <a:spcBef>
                <a:spcPts val="600"/>
              </a:spcBef>
              <a:spcAft>
                <a:spcPts val="0"/>
              </a:spcAft>
              <a:buSzPts val="2000"/>
              <a:buChar char="⊡"/>
              <a:defRPr sz="2000"/>
            </a:lvl1pPr>
            <a:lvl2pPr indent="-355600" lvl="1" marL="914400"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indent="-355600" lvl="2" marL="13716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55600" lvl="3" marL="18288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indent="-355600" lvl="5" marL="27432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indent="-355600" lvl="6" marL="32004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indent="-355600" lvl="7" marL="365760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indent="-355600" lvl="8" marL="411480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259950" y="274275"/>
            <a:ext cx="8624125" cy="4594950"/>
          </a:xfrm>
          <a:custGeom>
            <a:rect b="b" l="l" r="r" t="t"/>
            <a:pathLst>
              <a:path extrusionOk="0" h="183798" w="344965">
                <a:moveTo>
                  <a:pt x="114070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31506" y="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753900" y="971550"/>
            <a:ext cx="2440500" cy="32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⊡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□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3319596" y="971550"/>
            <a:ext cx="2440500" cy="32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⊡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□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3" type="body"/>
          </p:nvPr>
        </p:nvSpPr>
        <p:spPr>
          <a:xfrm>
            <a:off x="5885292" y="971550"/>
            <a:ext cx="2440500" cy="32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⊡"/>
              <a:defRPr sz="1800"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□"/>
              <a:defRPr sz="1800"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" name="Google Shape;42;p8"/>
          <p:cNvSpPr/>
          <p:nvPr/>
        </p:nvSpPr>
        <p:spPr>
          <a:xfrm>
            <a:off x="259950" y="274275"/>
            <a:ext cx="8624125" cy="4594950"/>
          </a:xfrm>
          <a:custGeom>
            <a:rect b="b" l="l" r="r" t="t"/>
            <a:pathLst>
              <a:path extrusionOk="0" h="183798" w="344965">
                <a:moveTo>
                  <a:pt x="114070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31506" y="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 rot="10800000">
            <a:off x="259950" y="274275"/>
            <a:ext cx="8624125" cy="4594950"/>
          </a:xfrm>
          <a:custGeom>
            <a:rect b="b" l="l" r="r" t="t"/>
            <a:pathLst>
              <a:path extrusionOk="0" h="183798" w="344965">
                <a:moveTo>
                  <a:pt x="114070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31506" y="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3104100" y="4513082"/>
            <a:ext cx="2935800" cy="51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SzPts val="1200"/>
              <a:buNone/>
              <a:defRPr i="1" sz="1200">
                <a:solidFill>
                  <a:schemeClr val="dk2"/>
                </a:solidFill>
              </a:defRPr>
            </a:lvl1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/>
          <p:nvPr/>
        </p:nvSpPr>
        <p:spPr>
          <a:xfrm>
            <a:off x="558125" y="550425"/>
            <a:ext cx="8028198" cy="4042637"/>
          </a:xfrm>
          <a:custGeom>
            <a:rect b="b" l="l" r="r" t="t"/>
            <a:pathLst>
              <a:path extrusionOk="0" h="183798" w="344965">
                <a:moveTo>
                  <a:pt x="144041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02146" y="38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-125" y="4593050"/>
            <a:ext cx="9144000" cy="55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inverse">
  <p:cSld name="BLANK_1">
    <p:bg>
      <p:bgPr>
        <a:solidFill>
          <a:schemeClr val="dk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558125" y="550425"/>
            <a:ext cx="8028198" cy="4042637"/>
          </a:xfrm>
          <a:custGeom>
            <a:rect b="b" l="l" r="r" t="t"/>
            <a:pathLst>
              <a:path extrusionOk="0" h="183798" w="344965">
                <a:moveTo>
                  <a:pt x="144041" y="38"/>
                </a:moveTo>
                <a:lnTo>
                  <a:pt x="0" y="0"/>
                </a:lnTo>
                <a:lnTo>
                  <a:pt x="0" y="183798"/>
                </a:lnTo>
                <a:lnTo>
                  <a:pt x="344965" y="183798"/>
                </a:lnTo>
                <a:lnTo>
                  <a:pt x="344965" y="0"/>
                </a:lnTo>
                <a:lnTo>
                  <a:pt x="202146" y="38"/>
                </a:lnTo>
              </a:path>
            </a:pathLst>
          </a:custGeom>
          <a:noFill/>
          <a:ln cap="flat" cmpd="sng" w="76200">
            <a:solidFill>
              <a:schemeClr val="lt1"/>
            </a:solidFill>
            <a:prstDash val="solid"/>
            <a:miter lim="8000"/>
            <a:headEnd len="med" w="med" type="none"/>
            <a:tailEnd len="med" w="med" type="none"/>
          </a:ln>
        </p:spPr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-125" y="4593050"/>
            <a:ext cx="9144000" cy="55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Montserrat"/>
              <a:buNone/>
              <a:defRPr b="1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16650" y="950850"/>
            <a:ext cx="7310700" cy="32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roid Serif"/>
              <a:buChar char="⊡"/>
              <a:defRPr sz="30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roid Serif"/>
              <a:buChar char="□"/>
              <a:defRPr sz="24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roid Serif"/>
              <a:buChar char="■"/>
              <a:defRPr sz="24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Droid Serif"/>
              <a:buChar char="●"/>
              <a:defRPr sz="1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erif"/>
              <a:buChar char="○"/>
              <a:defRPr sz="1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erif"/>
              <a:buChar char="■"/>
              <a:defRPr sz="1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erif"/>
              <a:buChar char="●"/>
              <a:defRPr sz="1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erif"/>
              <a:buChar char="○"/>
              <a:defRPr sz="1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Droid Serif"/>
              <a:buChar char="■"/>
              <a:defRPr sz="1800">
                <a:solidFill>
                  <a:schemeClr val="dk1"/>
                </a:solidFill>
                <a:latin typeface="Droid Serif"/>
                <a:ea typeface="Droid Serif"/>
                <a:cs typeface="Droid Serif"/>
                <a:sym typeface="Droid Serif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buNone/>
              <a:defRPr b="1" sz="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sabrina200424.github.io/portfolio/Book-Interface-Project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ctrTitle"/>
          </p:nvPr>
        </p:nvSpPr>
        <p:spPr>
          <a:xfrm>
            <a:off x="1698375" y="1449963"/>
            <a:ext cx="5748600" cy="1341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000000"/>
                </a:solidFill>
              </a:rPr>
              <a:t>Book Interface 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59" name="Google Shape;59;p12"/>
          <p:cNvSpPr/>
          <p:nvPr/>
        </p:nvSpPr>
        <p:spPr>
          <a:xfrm>
            <a:off x="4255105" y="512098"/>
            <a:ext cx="633840" cy="576508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Google Shape;60;p12"/>
          <p:cNvSpPr txBox="1"/>
          <p:nvPr/>
        </p:nvSpPr>
        <p:spPr>
          <a:xfrm>
            <a:off x="3259575" y="3142575"/>
            <a:ext cx="2626200" cy="5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latin typeface="Droid Serif"/>
                <a:ea typeface="Droid Serif"/>
                <a:cs typeface="Droid Serif"/>
                <a:sym typeface="Droid Serif"/>
              </a:rPr>
              <a:t>Sabrina Kabir</a:t>
            </a:r>
            <a:endParaRPr b="1" sz="2600">
              <a:latin typeface="Droid Serif"/>
              <a:ea typeface="Droid Serif"/>
              <a:cs typeface="Droid Serif"/>
              <a:sym typeface="Droid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Introduction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916650" y="950850"/>
            <a:ext cx="7310700" cy="32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Background information on the project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Overall purpose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was the main goal? 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Expected outcomes for this project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Programming Information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916650" y="950850"/>
            <a:ext cx="7310700" cy="32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Main coding languages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were some limitations for this project?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Interface Design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1" name="Google Shape;81;p15" title="Book-Interface.png"/>
          <p:cNvPicPr preferRelativeResize="0"/>
          <p:nvPr/>
        </p:nvPicPr>
        <p:blipFill rotWithShape="1">
          <a:blip r:embed="rId3">
            <a:alphaModFix/>
          </a:blip>
          <a:srcRect b="28602" l="0" r="0" t="0"/>
          <a:stretch/>
        </p:blipFill>
        <p:spPr>
          <a:xfrm>
            <a:off x="435700" y="1007475"/>
            <a:ext cx="4251948" cy="192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Book-Interface-Example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6800" y="1007476"/>
            <a:ext cx="3868076" cy="226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241650" y="99105"/>
            <a:ext cx="2660700" cy="36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Project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916650" y="950850"/>
            <a:ext cx="7310700" cy="32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Verdana"/>
              <a:buChar char="-"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Book interface project link: 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Verdana"/>
              <a:buChar char="-"/>
            </a:pPr>
            <a:r>
              <a:rPr lang="en" sz="1600" u="sng">
                <a:latin typeface="Verdana"/>
                <a:ea typeface="Verdana"/>
                <a:cs typeface="Verdana"/>
                <a:sym typeface="Verdana"/>
                <a:hlinkClick r:id="rId3"/>
              </a:rPr>
              <a:t>https://sabrina200424.github.io/portfolio/Book-Interface-Project/index.html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-125" y="4869225"/>
            <a:ext cx="9144000" cy="274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erdita template">
  <a:themeElements>
    <a:clrScheme name="Custom 347">
      <a:dk1>
        <a:srgbClr val="434343"/>
      </a:dk1>
      <a:lt1>
        <a:srgbClr val="FFFFFF"/>
      </a:lt1>
      <a:dk2>
        <a:srgbClr val="999999"/>
      </a:dk2>
      <a:lt2>
        <a:srgbClr val="EFEFEF"/>
      </a:lt2>
      <a:accent1>
        <a:srgbClr val="FF9E00"/>
      </a:accent1>
      <a:accent2>
        <a:srgbClr val="FF6F00"/>
      </a:accent2>
      <a:accent3>
        <a:srgbClr val="8A827D"/>
      </a:accent3>
      <a:accent4>
        <a:srgbClr val="443F3D"/>
      </a:accent4>
      <a:accent5>
        <a:srgbClr val="A0BEDA"/>
      </a:accent5>
      <a:accent6>
        <a:srgbClr val="5E86AC"/>
      </a:accent6>
      <a:hlink>
        <a:srgbClr val="434343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